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49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78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52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75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20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67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22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54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44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841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48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893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2485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03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126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5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62C05-9AB4-4150-BAF7-DD7C780CB7C8}" type="datetimeFigureOut">
              <a:rPr lang="fr-FR" smtClean="0"/>
              <a:t>27/09/2021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6340AA-A53F-43BF-9FD8-6D2B38FB51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539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78794" y="2404534"/>
            <a:ext cx="8667481" cy="1646302"/>
          </a:xfrm>
        </p:spPr>
        <p:txBody>
          <a:bodyPr/>
          <a:lstStyle/>
          <a:p>
            <a:r>
              <a:rPr lang="fr-FR" dirty="0" smtClean="0"/>
              <a:t>Web </a:t>
            </a:r>
            <a:r>
              <a:rPr lang="fr-FR" dirty="0"/>
              <a:t>F</a:t>
            </a:r>
            <a:r>
              <a:rPr lang="fr-FR" dirty="0" smtClean="0"/>
              <a:t>undamentals </a:t>
            </a:r>
            <a:r>
              <a:rPr lang="fr-FR" dirty="0"/>
              <a:t>P</a:t>
            </a:r>
            <a:r>
              <a:rPr lang="fr-FR" dirty="0" smtClean="0"/>
              <a:t>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236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 does the web work</a:t>
            </a:r>
            <a:r>
              <a:rPr lang="en-US" dirty="0"/>
              <a:t>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665926"/>
            <a:ext cx="8596668" cy="2794715"/>
          </a:xfrm>
        </p:spPr>
        <p:txBody>
          <a:bodyPr>
            <a:normAutofit/>
          </a:bodyPr>
          <a:lstStyle/>
          <a:p>
            <a:r>
              <a:rPr lang="en-US" dirty="0" smtClean="0"/>
              <a:t>Web </a:t>
            </a:r>
            <a:r>
              <a:rPr lang="en-US" dirty="0"/>
              <a:t>servers and web browsers communicate via </a:t>
            </a:r>
            <a:r>
              <a:rPr lang="en-US" dirty="0" smtClean="0"/>
              <a:t>HTTP</a:t>
            </a:r>
            <a:endParaRPr lang="en-US" dirty="0"/>
          </a:p>
          <a:p>
            <a:r>
              <a:rPr lang="en-US" dirty="0"/>
              <a:t>HTTP ensures that all parts of the web page are delivered</a:t>
            </a:r>
          </a:p>
          <a:p>
            <a:r>
              <a:rPr lang="en-US" dirty="0"/>
              <a:t>Web browser decides how these items are displayed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0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What </a:t>
            </a:r>
            <a:r>
              <a:rPr lang="en-US" dirty="0"/>
              <a:t>do you need</a:t>
            </a:r>
            <a:r>
              <a:rPr lang="en-US" i="1" dirty="0"/>
              <a:t> to be a web developer?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User </a:t>
            </a:r>
            <a:r>
              <a:rPr lang="fr-FR" dirty="0" err="1"/>
              <a:t>experience</a:t>
            </a:r>
            <a:r>
              <a:rPr lang="fr-FR" dirty="0"/>
              <a:t> (UX)</a:t>
            </a:r>
          </a:p>
          <a:p>
            <a:r>
              <a:rPr lang="fr-FR" dirty="0"/>
              <a:t>User interface (UI)</a:t>
            </a:r>
          </a:p>
          <a:p>
            <a:r>
              <a:rPr lang="fr-FR" dirty="0"/>
              <a:t>Visual design</a:t>
            </a:r>
          </a:p>
          <a:p>
            <a:r>
              <a:rPr lang="fr-FR" dirty="0" err="1"/>
              <a:t>Coding</a:t>
            </a:r>
            <a:r>
              <a:rPr lang="fr-FR" dirty="0"/>
              <a:t> </a:t>
            </a:r>
            <a:r>
              <a:rPr lang="fr-FR" dirty="0" err="1"/>
              <a:t>languages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HTML and CSS</a:t>
            </a:r>
          </a:p>
          <a:p>
            <a:r>
              <a:rPr lang="fr-FR" dirty="0" err="1"/>
              <a:t>Frontend</a:t>
            </a:r>
            <a:r>
              <a:rPr lang="fr-FR" dirty="0"/>
              <a:t> web </a:t>
            </a:r>
            <a:r>
              <a:rPr lang="fr-FR" dirty="0" err="1"/>
              <a:t>programing</a:t>
            </a:r>
            <a:r>
              <a:rPr lang="fr-FR" dirty="0"/>
              <a:t> </a:t>
            </a:r>
            <a:r>
              <a:rPr lang="fr-FR" dirty="0" err="1"/>
              <a:t>languages</a:t>
            </a:r>
            <a:r>
              <a:rPr lang="fr-FR" dirty="0"/>
              <a:t> and </a:t>
            </a:r>
            <a:r>
              <a:rPr lang="fr-FR" dirty="0" err="1"/>
              <a:t>skills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JavaScript, Ajax and web animation techniques</a:t>
            </a:r>
          </a:p>
          <a:p>
            <a:r>
              <a:rPr lang="fr-FR" dirty="0" err="1"/>
              <a:t>Backend</a:t>
            </a:r>
            <a:r>
              <a:rPr lang="fr-FR" dirty="0"/>
              <a:t> web </a:t>
            </a:r>
            <a:r>
              <a:rPr lang="fr-FR" dirty="0" err="1"/>
              <a:t>programing</a:t>
            </a:r>
            <a:r>
              <a:rPr lang="fr-FR" dirty="0"/>
              <a:t> </a:t>
            </a:r>
            <a:r>
              <a:rPr lang="fr-FR" dirty="0" err="1"/>
              <a:t>languages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C# or Java, PHP and Ruby</a:t>
            </a:r>
          </a:p>
          <a:p>
            <a:r>
              <a:rPr lang="fr-FR" dirty="0"/>
              <a:t>Design software </a:t>
            </a:r>
            <a:r>
              <a:rPr lang="fr-FR" dirty="0" err="1"/>
              <a:t>like</a:t>
            </a:r>
            <a:r>
              <a:rPr lang="fr-FR" dirty="0"/>
              <a:t> Photoshop and Illustrator and Sketch</a:t>
            </a:r>
          </a:p>
          <a:p>
            <a:r>
              <a:rPr lang="fr-FR" dirty="0"/>
              <a:t>An </a:t>
            </a:r>
            <a:r>
              <a:rPr lang="fr-FR" dirty="0" err="1"/>
              <a:t>understanding</a:t>
            </a:r>
            <a:r>
              <a:rPr lang="fr-FR" dirty="0"/>
              <a:t> of SEO</a:t>
            </a:r>
          </a:p>
          <a:p>
            <a:r>
              <a:rPr lang="fr-FR" dirty="0"/>
              <a:t>Web servers and how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  <a:p>
            <a:endParaRPr lang="fr-FR" dirty="0" smtClean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13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What is the role of a web developer.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Writing efficient code</a:t>
            </a:r>
          </a:p>
          <a:p>
            <a:r>
              <a:rPr lang="en-US" dirty="0"/>
              <a:t>Creating websites/a website using standard HTML/CSS practices</a:t>
            </a:r>
          </a:p>
          <a:p>
            <a:r>
              <a:rPr lang="en-US" dirty="0"/>
              <a:t>Working closely with web designers and programmers to produce the website</a:t>
            </a:r>
          </a:p>
          <a:p>
            <a:r>
              <a:rPr lang="en-US" dirty="0"/>
              <a:t>Constant communication with other colleagues in the business to develop and deploy their content – and ensuring there is a clear establishment of what can be created within what timeframe</a:t>
            </a:r>
          </a:p>
          <a:p>
            <a:r>
              <a:rPr lang="en-US" dirty="0"/>
              <a:t>Researching different software programs, maintaining software documentation</a:t>
            </a:r>
          </a:p>
          <a:p>
            <a:r>
              <a:rPr lang="en-US" dirty="0"/>
              <a:t>Implementing contingency plans in case the website goes down</a:t>
            </a:r>
          </a:p>
          <a:p>
            <a:r>
              <a:rPr lang="en-US" dirty="0"/>
              <a:t>Maintaining and expanding/enhancing the website once built</a:t>
            </a:r>
          </a:p>
          <a:p>
            <a:r>
              <a:rPr lang="en-US" dirty="0"/>
              <a:t>Managing a team might also be part of the job role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6213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1551</TotalTime>
  <Words>197</Words>
  <Application>Microsoft Office PowerPoint</Application>
  <PresentationFormat>Grand écran</PresentationFormat>
  <Paragraphs>26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Facette</vt:lpstr>
      <vt:lpstr>Web Fundamentals Project</vt:lpstr>
      <vt:lpstr>How does the web work?</vt:lpstr>
      <vt:lpstr>What do you need to be a web developer?</vt:lpstr>
      <vt:lpstr>What is the role of a web developer.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Fundamentals Project</dc:title>
  <dc:creator>Lenovo</dc:creator>
  <cp:lastModifiedBy>Lenovo</cp:lastModifiedBy>
  <cp:revision>3</cp:revision>
  <dcterms:created xsi:type="dcterms:W3CDTF">2021-09-27T16:23:07Z</dcterms:created>
  <dcterms:modified xsi:type="dcterms:W3CDTF">2021-09-28T18:15:04Z</dcterms:modified>
</cp:coreProperties>
</file>